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오늘자 국내 증시 변동 추이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6월 29일 (월) · KOSPI / KOSDAQ 주요 종목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0" y="411480"/>
            <a:ext cx="155448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411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Close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6576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73152" cy="14173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856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8,258.12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-153.10   -1.79%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578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외국인 매도세 지속, 8,400선 이탈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36576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417320"/>
            <a:ext cx="73152" cy="14173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KOSDAQ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856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832.40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-18.97   -2.23%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578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기술주 약세에 동반 하락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1417320"/>
            <a:ext cx="36576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417320"/>
            <a:ext cx="73152" cy="1417320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원/달러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1856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1,392.5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50392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+6.20   +0.45%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2578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회피 심리에 원화 약세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종목 변동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345643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전일比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등락률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삼성전자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SK하이닉스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현대차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0A4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0A4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LG에너지솔루션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8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768096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섹터 / 이슈 요약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680960" y="345643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680960" y="361188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80960" y="36118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641080" y="35935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미국발 기술주 쇼크, SK하이닉스·삼성전자 동반 급락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680960" y="3995928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0" y="39959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641080" y="39776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현대차 대규모 호재로 +10%대 강세, 코스피 방어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680960" y="4379976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80960" y="43799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2차전지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641080" y="43616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LG에너지솔루션 보합, 관망세 우세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680960" y="4764024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80960" y="47640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641080" y="47457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NAVER -2.3%, 카카오 노사 이슈로 투심 위축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680960" y="5148072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680960" y="51480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641080" y="512978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원/달러 1,392원대, 외국인 순매도 확대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2A356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KRX, Bloomberg, Investing.com 검색 결과 종합  ·  종가 기준 (일부 종목은 등락률만 확인)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Claude · 2026-06-29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오늘자 주식 변동 추이</dc:title>
  <dc:subject>PptxGenJS Presentation</dc:subject>
  <dc:creator>Claude</dc:creator>
  <cp:lastModifiedBy>Claude</cp:lastModifiedBy>
  <cp:revision>1</cp:revision>
  <dcterms:created xsi:type="dcterms:W3CDTF">2026-06-29T19:03:15Z</dcterms:created>
  <dcterms:modified xsi:type="dcterms:W3CDTF">2026-06-29T19:03:15Z</dcterms:modified>
</cp:coreProperties>
</file>